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212080" cy="5029200"/>
          </a:xfrm>
          <a:prstGeom prst="roundRect">
            <a:avLst>
              <a:gd name="adj" fmla="val 5000"/>
            </a:avLst>
          </a:prstGeom>
          <a:solidFill>
            <a:srgbClr val="EF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20840" y="2377440"/>
            <a:ext cx="4754880" cy="24153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ature_graphic_1024x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68880"/>
            <a:ext cx="4572000" cy="2232421"/>
          </a:xfrm>
          <a:prstGeom prst="rect">
            <a:avLst/>
          </a:prstGeom>
        </p:spPr>
      </p:pic>
      <p:pic>
        <p:nvPicPr>
          <p:cNvPr id="8" name="Picture 7" descr="app_icon_play_store_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377440"/>
            <a:ext cx="5486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200" b="1">
                <a:solidFill>
                  <a:srgbClr val="1F3A5F"/>
                </a:solidFill>
                <a:latin typeface="Calibri"/>
              </a:rPr>
              <a:t>Silvers Fun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Calibri"/>
              </a:rPr>
              <a:t>Helping seniors connect, meet,
and enjoy life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  <a:latin typeface="Calibri"/>
              </a:rPr>
              <a:t>A warm social companion app for the 65+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Connection gets harder with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>
                <a:solidFill>
                  <a:srgbClr val="2C2C2C"/>
                </a:solidFill>
                <a:latin typeface="Calibri"/>
              </a:rPr>
              <a:t>•  Many seniors want companionship, conversation, and shared activities.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2C2C2C"/>
                </a:solidFill>
                <a:latin typeface="Calibri"/>
              </a:rPr>
              <a:t>•  Existing apps feel built for younger users — confusing, fast, or unsafe.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2C2C2C"/>
                </a:solidFill>
                <a:latin typeface="Calibri"/>
              </a:rPr>
              <a:t>•  Moving, retiring, or losing a partner can shrink social circles.</a:t>
            </a:r>
          </a:p>
          <a:p>
            <a:pPr algn="l">
              <a:spcAft>
                <a:spcPts val="1000"/>
              </a:spcAft>
            </a:pPr>
            <a:r>
              <a:rPr sz="2600">
                <a:solidFill>
                  <a:srgbClr val="2C2C2C"/>
                </a:solidFill>
                <a:latin typeface="Calibri"/>
              </a:rPr>
              <a:t>•  Families want a safe, comfortable way for older relatives to make friends.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WHO IT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Built around the 65+ community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697480" cy="2286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Seniors 65+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Looking for friends, companions, and group activities.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697480" cy="228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Families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38328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Helping a parent or grandparent stay socially 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0312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26974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Senior communities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8328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Centers and residences that host meetups and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10312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103120"/>
            <a:ext cx="2697480" cy="2286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56032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Hobby &amp; interest 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8328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Walking, cooking, music, faith, language exchange.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Real connections, made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2C2C2C"/>
                </a:solidFill>
                <a:latin typeface="Calibri"/>
              </a:rPr>
              <a:t>Silvers Fun helps seniors discover people with shared interests, join meetups, and build meaningful connections.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42616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Photos and interests that show who you 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331720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624328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642616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606040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291840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Browse people who share your interests.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2331720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2624328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642616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606040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Meetups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291840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Create or join group activities nearby.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89119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681727"/>
            <a:ext cx="457200" cy="45720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0015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63439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Likes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49239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Friendly mutual interest — no swiping.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4389119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17136" y="4681727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4700015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4663439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349239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Simple messaging once both sides like each other.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4152" y="4389119"/>
            <a:ext cx="360273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2752" y="4681727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700015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4663439"/>
            <a:ext cx="2596896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English &amp; 한국어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5349239"/>
            <a:ext cx="3145536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Full English and Korean support.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Easy to start, easy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Sign in once and you're ready to meet people — no usernames or passwords to remember.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103120"/>
            <a:ext cx="2266305" cy="4654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72768" y="2212848"/>
            <a:ext cx="2046849" cy="443484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905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F3A5F"/>
                </a:solidFill>
                <a:latin typeface="Calibri"/>
              </a:rPr>
              <a:t>Add screenshot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Sign-in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583680"/>
            <a:ext cx="2377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One-tap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194560"/>
            <a:ext cx="6675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94960" y="2560320"/>
            <a:ext cx="640080" cy="64008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57860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23160"/>
            <a:ext cx="5440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Sign in with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926080"/>
            <a:ext cx="54406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One tap. No passwords or usernames to remember.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749040"/>
            <a:ext cx="6675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60" y="4114800"/>
            <a:ext cx="640080" cy="6400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13308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977640"/>
            <a:ext cx="5440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Set up your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480560"/>
            <a:ext cx="54406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Add a few photos and the interests that matter to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303520"/>
            <a:ext cx="66751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94960" y="566928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568756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532120"/>
            <a:ext cx="5440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Discover and meet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6035040"/>
            <a:ext cx="54406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Browse people, join meetups, start friendly conversations.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DISCOVER &amp; MEETUPS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Explore people and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Discover people with shared interests, browse meetups, and create or join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4910" y="2011680"/>
            <a:ext cx="2266305" cy="4654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is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638" y="2121408"/>
            <a:ext cx="2046849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4910" y="6675120"/>
            <a:ext cx="2266305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Discover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2695" y="2011680"/>
            <a:ext cx="2266305" cy="4654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meetu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423" y="2121408"/>
            <a:ext cx="2046849" cy="4434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62695" y="6675120"/>
            <a:ext cx="2266305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Meetups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40480" y="2011680"/>
            <a:ext cx="2266305" cy="4654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create_meet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208" y="2121408"/>
            <a:ext cx="2046849" cy="4434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0480" y="6675120"/>
            <a:ext cx="2266305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Create meetup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ACCOUNT &amp;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Personalize your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Set up your profile, photos, language, and how connections 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7179" y="2057400"/>
            <a:ext cx="2118594" cy="433425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you_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07" y="2167128"/>
            <a:ext cx="1899138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7179" y="6492240"/>
            <a:ext cx="211859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093" y="2057400"/>
            <a:ext cx="2118594" cy="433425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edit_pho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21" y="2167128"/>
            <a:ext cx="1899138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0093" y="6492240"/>
            <a:ext cx="211859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Photos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057400"/>
            <a:ext cx="2118594" cy="433425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language_pic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735" y="2167128"/>
            <a:ext cx="1899138" cy="411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007" y="6492240"/>
            <a:ext cx="211859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5921" y="2057400"/>
            <a:ext cx="2118594" cy="433425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5649" y="2167128"/>
            <a:ext cx="1899138" cy="411480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905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F3A5F"/>
                </a:solidFill>
                <a:latin typeface="Calibri"/>
              </a:rPr>
              <a:t>Add screenshot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Likes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5921" y="6492240"/>
            <a:ext cx="2118594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Likes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FRIENDLY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Connect comfortably and 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Chat opens only after both people like each other — no unwanted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103120"/>
            <a:ext cx="2266305" cy="4654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212848"/>
            <a:ext cx="2046849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583680"/>
            <a:ext cx="2377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Friendly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194560"/>
            <a:ext cx="6675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9240" y="2468880"/>
            <a:ext cx="640080" cy="64008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48716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88920"/>
            <a:ext cx="5486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Tap the heart on a profile that interests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566160"/>
            <a:ext cx="6675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49240" y="3840480"/>
            <a:ext cx="640080" cy="6400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85876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49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Mutual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60520"/>
            <a:ext cx="5486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If they like you back, you're connected.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937760"/>
            <a:ext cx="6675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49240" y="5212080"/>
            <a:ext cx="640080" cy="6400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5230368"/>
            <a:ext cx="6400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206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532120"/>
            <a:ext cx="54864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Friendly, low-pressure messaging opens 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6355080"/>
            <a:ext cx="6675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  <a:latin typeface="Calibri"/>
              </a:rPr>
              <a:t>Block and report tools available at any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ACCESSIBILITY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Comfort, control, and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155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F3A5F"/>
                </a:solidFill>
                <a:latin typeface="Calibri"/>
              </a:rPr>
              <a:t>Companionship-first, not swipe-first dating — built around shared interests, meetups, and low-pressure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2697480" cy="2286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Built for friendship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Shared interests and meetups, not dating swipes.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42316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423160"/>
            <a:ext cx="2697480" cy="228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88036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Low-pressure 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0332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Connect at your own speed; no urgency, no judgments.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423160"/>
            <a:ext cx="26974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88036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Mutual connection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Chat opens only when both sides 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423160"/>
            <a:ext cx="26974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2423160"/>
            <a:ext cx="2697480" cy="228600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880360"/>
            <a:ext cx="2331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Comfortable to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703320"/>
            <a:ext cx="2331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  <a:latin typeface="Calibri"/>
              </a:rPr>
              <a:t>Large readable text, careful testing on real devices.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27D60"/>
                </a:solidFill>
                <a:latin typeface="Calibri"/>
              </a:rPr>
              <a:t>LAUNCH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Calibri"/>
              </a:rPr>
              <a:t>Listening before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58568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04288"/>
            <a:ext cx="1691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Internal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331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Team and trusted users on real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24028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58568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04288"/>
            <a:ext cx="1691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Closed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17520"/>
            <a:ext cx="2331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Small groups of seniors and family members.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258568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04288"/>
            <a:ext cx="1691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Feedback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331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Iterate on usability, safety, and warmth.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27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0" y="2240280"/>
            <a:ext cx="502920" cy="502920"/>
          </a:xfrm>
          <a:prstGeom prst="ellipse">
            <a:avLst/>
          </a:prstGeom>
          <a:solidFill>
            <a:srgbClr val="E27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258568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304288"/>
            <a:ext cx="16916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Community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331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Senior centers, residences, and partners.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155680" cy="146304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8348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Help us bring Silvers Fun to more seniors.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FAF4E8"/>
                </a:solidFill>
                <a:latin typeface="Calibri"/>
              </a:rPr>
              <a:t>Partner with us, share with families, or join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>
                <a:solidFill>
                  <a:srgbClr val="1F3A5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